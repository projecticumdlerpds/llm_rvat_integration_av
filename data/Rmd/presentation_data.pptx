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Presentatie 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Anne Visser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hoeverre is het mogelijk om, bij gebruik van querychat met ollama als client, via natural language prompts betrouwbare SQL-queries te genereren voor een RVAT-database (gdb)?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Hoe werkt ollama?</a:t>
            </a:r>
          </a:p>
          <a:p>
            <a:pPr lvl="0"/>
            <a:r>
              <a:rPr/>
              <a:t>Hoe werkt querychat met ollama als client?</a:t>
            </a:r>
          </a:p>
          <a:p>
            <a:pPr lvl="0"/>
            <a:r>
              <a:rPr/>
              <a:t>Aan welke eisen moet een database voldoen om bruikbaar te zijn voor querychat?</a:t>
            </a:r>
          </a:p>
          <a:p>
            <a:pPr lvl="0"/>
            <a:r>
              <a:rPr/>
              <a:t>Hoe wordt de RVAT database gegenereerd en hoe is deze aanpasbaar?</a:t>
            </a:r>
          </a:p>
          <a:p>
            <a:pPr lvl="0"/>
            <a:r>
              <a:rPr/>
              <a:t>Welk LLM model binnen ollama is het meest geschikt voor het genereren van SQL-queries?</a:t>
            </a:r>
          </a:p>
          <a:p>
            <a:pPr lvl="0"/>
            <a:r>
              <a:rPr/>
              <a:t>Hoe kan querychat aan de rvat-database gekoppeld worden?</a:t>
            </a:r>
          </a:p>
          <a:p>
            <a:pPr lvl="0"/>
            <a:r>
              <a:rPr/>
              <a:t>In hoeverre kan met deze setup de benchmarkvragen van de opdrachtgever betrouwbaar beantwoord worden?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R Output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/>
                <a:gridCol w="558800"/>
                <a:gridCol w="838200"/>
                <a:gridCol w="1117600"/>
                <a:gridCol w="368300"/>
                <a:gridCol w="368300"/>
                <a:gridCol w="749300"/>
                <a:gridCol w="660400"/>
                <a:gridCol w="279400"/>
                <a:gridCol w="558800"/>
                <a:gridCol w="1117600"/>
                <a:gridCol w="9398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gene_name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chr1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11013912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722.13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45484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2.19858e-05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TARDBP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chr1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11013928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rs755357622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2598.23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49194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2.03277e-05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TARDBP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ModerateImpact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Synonymous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CADDphred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PolyPhen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SIFT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24.8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0"/>
                <a:gridCol w="622300"/>
                <a:gridCol w="622300"/>
                <a:gridCol w="622300"/>
                <a:gridCol w="6223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ALS_1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ALS_2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ALS_3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ALS_4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ALS_5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Control_1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Control_2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Control_3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Control_4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Control_5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"/>
                <a:gridCol w="1308100"/>
                <a:gridCol w="139700"/>
                <a:gridCol w="66675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question_nr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type_question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gold_truth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Select number of variants in NEK1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lookup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SELECT COUNT(VAR_id) AS number_of_variants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 FROM varInfo_synthetic
                 WHERE gene_name = 'NEK1'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|</a:t>
            </a:r>
          </a:p>
          <a:p>
            <a:pPr lvl="0" indent="0" marL="0">
              <a:buNone/>
            </a:pPr>
            <a:r>
              <a:rPr/>
              <a:t>         12|What is the average age of ALS cases? |nc |NA |</a:t>
            </a:r>
            <a:br/>
            <a:r>
              <a:rPr/>
              <a:t>         13|Is VAR_id 100 previously reported as pathogenic? |nc |NA |</a:t>
            </a:r>
            <a:br/>
            <a:r>
              <a:rPr/>
              <a:t>         15|What is the sex distribution of carriers? |nc |NA |</a:t>
            </a:r>
            <a:br/>
            <a:r>
              <a:rPr/>
              <a:t>         16|Which variants are most important? |nc |NA |</a:t>
            </a:r>
            <a:br/>
            <a:r>
              <a:rPr/>
              <a:t>         17|Which variants are both synonymous and high impact? |nc |NA |</a:t>
            </a:r>
            <a:br/>
            <a:r>
              <a:rPr/>
              <a:t>         14|What is the allele frequency of VAR_id 30 in Europeans? |nc |NA |</a:t>
            </a:r>
            <a:br/>
            <a:r>
              <a:rPr/>
              <a:t>          2|Select variants in NEK1 that with HighImpact and a CADDphered &gt; 20 |lookup |SELECT * FROM varInfo_synthetic WHERE HighImpact = 1 AND CADDphred &gt; 20 AND gene_name = ‘NEK1’ |</a:t>
            </a:r>
            <a:br/>
            <a:r>
              <a:rPr/>
              <a:t>          3|How many variants in TARDBP are predicted deletorious by SIFT? |lookup |SELECT COUNT(*) AS number_of_variants_with_SIFT_D FROM varInfo_synthetic WHERE gene_name = ‘TARDBP’ AND SIFT = ‘D’ |</a:t>
            </a:r>
            <a:br/>
            <a:r>
              <a:rPr/>
              <a:t>          6|What is the variant with the highest allele frequency |analytical |SELECT VAR_id, MAX(AF) AS highest_allele_frequency FROM varInfo_synthetic |</a:t>
            </a:r>
            <a:br/>
            <a:r>
              <a:rPr/>
              <a:t>          7|What is te average allele frequency for synonymous, moderate, and high-impact variants? |analytical |SELECT AVG(CASE WHEN Synonymous = 1 THEN AF END) AS average_AF_synonymous, AVG(CASE WHEN ModerateImpact = 1 THEN AF END) AS average_AF_moderate, AVG(CASE WHEN HighImpact = 1 THEN AF END) AS average_AF_high FROM varInfo_synthetic |</a:t>
            </a:r>
            <a:br/>
            <a:r>
              <a:rPr/>
              <a:t>          8|How many high-impact variants does the ALS_1 patient carry? |analytical |SELECT SUM(CASE WHEN ALS_1 = 1 THEN 1 ELSE 0 END) AS heterozygous, SUM(CASE WHEN ALS_1 = 2 THEN 1 ELSE 0 END) AS homozygous FROM varInfo_synthetic WHERE HighImpact = 1; |</a:t>
            </a:r>
            <a:br/>
            <a:r>
              <a:rPr/>
              <a:t>         10|Are there more variants in cases than controls? |analytical |SELECT VAR_id, gene_name, (ALS_1 + ALS_2 + ALS_3 + ALS_4 + ALS_5) AS case_count, (Control_1 + Control_2 + Control_3 + Control_4 + Control_5) AS control_count, ((ALS_1 + ALS_2 + ALS_3 + ALS_4 + ALS_5) * 1.0) / NULLIF((Control_1 + Control_2 + Control_3 + Control_4 + Control_5), 0) AS case_control_ratio FROM varInfo_synthetic ORDER BY case_control_ratio DESC LIMIT 10; |</a:t>
            </a:r>
            <a:br/>
            <a:r>
              <a:rPr/>
              <a:t>         11|Summarize variant info for each gene. Only select genes that have more than 10 variants. Order the results by the number of variants. |analytical |SELECT gene_name, CHROM, COUNT(*) AS total_variants, SUM(CASE WHEN HighImpact = 1 THEN 1 ELSE 0 END) AS high_impact_count, SUM(CASE WHEN ModerateImpact = 1 THEN 1 ELSE 0 END) AS moderate_impact_count, SUM(CASE WHEN Synonymous = 1 THEN 1 ELSE 0 END) AS synonymous_count, AVG(AF) AS mean_AF, MIN(POS) AS start_pos, MAX(POS) AS end_pos, (MAX(POS) - MIN(POS)) AS length FROM varInfo_synthetic GROUP BY gene_name, CHROM HAVING total_variants &gt; 10 ORDER BY total_variants DESC |</a:t>
            </a:r>
            <a:br/>
            <a:r>
              <a:rPr/>
              <a:t>          4|Which high-impact variants have at least one ALS patient that is homozygous for this variant? |lookup |SELECT * FROM varInfo_synthetic WHERE HighImpact = 1 AND (ALS_1 = 2 OR ALS_2 = 2 OR ALS_3 = 2 OR ALS_4 = 2 OR ALS_5 = 2) |</a:t>
            </a:r>
            <a:br/>
            <a:r>
              <a:rPr/>
              <a:t>          5|What are the ten most deleterious variants in ABCA4 |lookup |SELECT * FROM varInfo_synthetic WHERE CADDphred &gt; 20 AND SIFT = ‘D’ AND PolyPhen = ‘D’ AND gene_name = ‘ABCA4’ ORDER BY CADDphred DESC LIMIT 10; |</a:t>
            </a:r>
            <a:br/>
            <a:r>
              <a:rPr/>
              <a:t>          9|What is the total burden of cases versus controls (so how many effect alleles do the ALS cases carry vs controls) |analytical |SELECT SUM(ALS_1 + ALS_2 + ALS_3 + ALS_4 + ALS_5) AS total_cases_burden, SUM(Control_1 + Control_2 + Control_3 + Control_4 + Control_5) AS total_controls_burden FROM varInfo_synthetic; |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succesful_toolcalls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llama3.1:8b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llama3.2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qwen3.5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qwen3:8b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chats qwen3:8b</a:t>
            </a:r>
          </a:p>
        </p:txBody>
      </p:sp>
      <p:pic>
        <p:nvPicPr>
          <p:cNvPr descr="presentation_data_files/figure-pptx/plo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Presentatie 3</dc:title>
  <dc:creator>Anne Visser</dc:creator>
  <cp:keywords/>
  <dcterms:created xsi:type="dcterms:W3CDTF">2026-05-11T09:33:20Z</dcterms:created>
  <dcterms:modified xsi:type="dcterms:W3CDTF">2026-05-11T09:33:20Z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2026-05-10</vt:lpwstr>
  </property>
  <property fmtid="{D5CDD505-2E9C-101B-9397-08002B2CF9AE}" pid="3" name="output">
    <vt:lpwstr>powerpoint_presentation</vt:lpwstr>
  </property>
</Properties>
</file>